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523"/>
    <a:srgbClr val="171A2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353C-341D-0D03-F49C-EA497CEA6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694F9-C68E-279B-6120-57AFFB2FF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0203-A710-3D0A-F59F-4131CBCC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CE929-F9E9-C97A-41C6-E626586A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04BA7-997D-E34A-E0C7-37C1BEBC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0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2E01-A8F4-52D3-EBA5-126B5425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E48E7-815A-4F7A-8FC4-F3B33034C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0E1B0-A414-B830-0F6B-2B214DFD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B97F5-147C-67D2-4EC0-3CB4DE101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92639-5EAF-2330-91B2-B4D2DAA1C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85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6B7D-91F6-9A86-BF2B-B777E9F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BD23E-8709-789B-B457-9C16E758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6171B-40C8-F10D-2866-330AE9EF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E52B4-5DF0-1DBA-FFCF-3112E1F73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F9B16-4618-2AF3-80F9-04DF8D38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04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CFE6-1C7C-9FF3-595D-D178B8EF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3D5A6-AC6B-BD36-C13C-91A39EF72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C2F31-552C-EEF2-6C60-DE496F365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256A1-EA96-DC25-88CA-86AC0D1D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A53A5-33DE-80B3-31BD-3DE94E93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F66A9-30B9-2BB9-E2A8-FF8CEEB8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86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CF0B-48BF-C704-414B-35850100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9D55F-5A66-A81F-7BC6-C135A3E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D102F-544D-C79F-AA30-A1D35B0B4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3E773-23C8-7AEF-5B4D-86D380986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9877C-6982-233B-A7CB-1C18C4378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7B55F-4A78-CE78-F0CA-86B786F8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54F73-BF9D-FFC6-222E-24D10A65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00B89-8C48-2F5B-921B-13D50A7A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50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D746-4B72-DE89-99D9-A45D55A8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E9E70-B4E2-BF19-1269-A2C8619D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970AF-306A-CFCE-42E1-DECA03FB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ED8D4-566E-EBA4-421C-A0492343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73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3FCA6-BBE7-1ED4-94E3-90FEDF16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5AD0C-FE96-BA90-FBCB-C88A7092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02C7E-F51A-5152-232F-C9C6E567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87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C17-DEC8-8B7C-4854-ADE1BA3E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4DC03-36FB-873E-191D-B0E6A83FD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11ECE-37CD-CA5F-2845-0532E6396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A9F23-7D09-C848-3DA7-456B6D98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44105-B486-6852-EBEB-FDB1A3419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710CD-A6C4-E36D-DC51-169FB5F5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01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CA1F-BAEB-9E70-C230-2AC164B1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EDE83-8F07-664B-0AB6-0D7A04D32E2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4EA7E-1BD0-0470-E371-72B04B9A3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E8BE9-7404-C0B8-A313-86F52BE8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47FDE-0092-FA37-91FF-6D1DB0F6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37F42-468D-454B-362A-1A07086A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02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4CD32-2D87-5009-0B85-3564A027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B1B19-FA4F-D742-CA94-2081AD417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C52C3-8CCD-D7D5-02F8-C279E93A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4FBEE-9EA4-84AE-2B52-80CEFEA23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07F6F-06C5-569C-A9C3-DD3C9DA9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23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47161-92DA-9F11-BC79-A5181C1DF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C6602-EA60-1742-931D-F06CE852A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1CF62-ED62-9C42-5DE7-7A556354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F235-5849-F8DC-D968-C4E09D0D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B03A3-BF40-DBCD-8FE1-41970552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72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9A8D4-52FD-8B91-2A1A-EA91D7EE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051C5-72E3-279B-A7FA-D02184F1C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00871-4F30-B2FE-B346-1CA2C2D67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74A65-F52C-4702-9878-FCD5BABDF2E4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DD992-CD98-F943-E0F0-D9191240E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90CD-4B9E-50E3-2F57-1F9F94B7D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395A1-79E7-443A-9477-586B4DE562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75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3D3163-F535-286F-DCFA-B6111349E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D5D640-FDEA-37FB-E4AC-2AC3D7F09F94}"/>
              </a:ext>
            </a:extLst>
          </p:cNvPr>
          <p:cNvSpPr txBox="1"/>
          <p:nvPr/>
        </p:nvSpPr>
        <p:spPr>
          <a:xfrm>
            <a:off x="5414563" y="5010912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Bahnschrift" panose="020B0502040204020203" pitchFamily="34" charset="0"/>
              </a:rPr>
              <a:t>Menu Ideas</a:t>
            </a:r>
          </a:p>
        </p:txBody>
      </p:sp>
    </p:spTree>
    <p:extLst>
      <p:ext uri="{BB962C8B-B14F-4D97-AF65-F5344CB8AC3E}">
        <p14:creationId xmlns:p14="http://schemas.microsoft.com/office/powerpoint/2010/main" val="335886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1A23"/>
            </a:gs>
            <a:gs pos="78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2EC10B-F1A5-5552-FADC-ED372BBB2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3ACB7A-A4C9-0EED-ABC9-E5FB7FE72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632" y="-936967"/>
            <a:ext cx="7980844" cy="44892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7A65A2EA-66E5-AEBC-8D2A-392CE9E95367}"/>
              </a:ext>
            </a:extLst>
          </p:cNvPr>
          <p:cNvGrpSpPr/>
          <p:nvPr/>
        </p:nvGrpSpPr>
        <p:grpSpPr>
          <a:xfrm>
            <a:off x="215494" y="346935"/>
            <a:ext cx="3182077" cy="3678311"/>
            <a:chOff x="102373" y="507190"/>
            <a:chExt cx="3461706" cy="400154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414F556-A285-BADC-300C-3B33B87EBFB4}"/>
                </a:ext>
              </a:extLst>
            </p:cNvPr>
            <p:cNvGrpSpPr/>
            <p:nvPr/>
          </p:nvGrpSpPr>
          <p:grpSpPr>
            <a:xfrm>
              <a:off x="102373" y="507190"/>
              <a:ext cx="1312969" cy="1175755"/>
              <a:chOff x="102373" y="507190"/>
              <a:chExt cx="1312969" cy="117575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F0506B6-28B9-BA4A-3B93-3B498AC0FDB1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Campaign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0BD17B9-94B4-9DA2-FC31-BE98286645DD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529A82-5BDD-4B9E-A4E5-04686469B96F}"/>
                </a:ext>
              </a:extLst>
            </p:cNvPr>
            <p:cNvGrpSpPr/>
            <p:nvPr/>
          </p:nvGrpSpPr>
          <p:grpSpPr>
            <a:xfrm>
              <a:off x="1517715" y="507190"/>
              <a:ext cx="2046364" cy="1175755"/>
              <a:chOff x="-200607" y="507190"/>
              <a:chExt cx="2046364" cy="117575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79090A-74C1-5019-727E-6EBD9E96047C}"/>
                  </a:ext>
                </a:extLst>
              </p:cNvPr>
              <p:cNvSpPr/>
              <p:nvPr/>
            </p:nvSpPr>
            <p:spPr>
              <a:xfrm>
                <a:off x="-200607" y="1214200"/>
                <a:ext cx="2046364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Infinite Scroller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2965CDC-76E4-51CF-3A21-4A7ED43E9F9A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8F37876-FE7C-F86E-748D-E9D8CA968B60}"/>
                </a:ext>
              </a:extLst>
            </p:cNvPr>
            <p:cNvGrpSpPr/>
            <p:nvPr/>
          </p:nvGrpSpPr>
          <p:grpSpPr>
            <a:xfrm>
              <a:off x="128583" y="1921210"/>
              <a:ext cx="1312969" cy="1175755"/>
              <a:chOff x="102373" y="507190"/>
              <a:chExt cx="1312969" cy="117575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27B89CD-304F-FA32-2A42-4172A4504B95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Settings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7529895-C212-BD10-EBBD-59BBD0B0EF6B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2B219D-29AF-DE9F-B12D-CC9BA67A8104}"/>
                </a:ext>
              </a:extLst>
            </p:cNvPr>
            <p:cNvGrpSpPr/>
            <p:nvPr/>
          </p:nvGrpSpPr>
          <p:grpSpPr>
            <a:xfrm>
              <a:off x="1846905" y="1921210"/>
              <a:ext cx="1312969" cy="1175755"/>
              <a:chOff x="102373" y="507190"/>
              <a:chExt cx="1312969" cy="117575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A4C6554-4696-8485-A823-1A7116B0790E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Controls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AD95E2C-DB0D-E9CC-9833-F58EDEB5ED59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4BAC3A-D67C-A4B2-17F3-46EEFE67E883}"/>
                </a:ext>
              </a:extLst>
            </p:cNvPr>
            <p:cNvGrpSpPr/>
            <p:nvPr/>
          </p:nvGrpSpPr>
          <p:grpSpPr>
            <a:xfrm>
              <a:off x="128583" y="3332982"/>
              <a:ext cx="1312969" cy="1175755"/>
              <a:chOff x="102373" y="507190"/>
              <a:chExt cx="1312969" cy="117575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8B62422-A8AD-AC2A-AFFF-D330651B241B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Credits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FA1B01D-12EC-5611-BC71-073EF56EA2D3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4A004AE-81D0-F051-8E8C-FFFA54B512C2}"/>
              </a:ext>
            </a:extLst>
          </p:cNvPr>
          <p:cNvSpPr/>
          <p:nvPr/>
        </p:nvSpPr>
        <p:spPr>
          <a:xfrm>
            <a:off x="1" y="6165130"/>
            <a:ext cx="12192000" cy="6928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00A34-E8FA-7B27-3F97-0183C45700AD}"/>
              </a:ext>
            </a:extLst>
          </p:cNvPr>
          <p:cNvSpPr/>
          <p:nvPr/>
        </p:nvSpPr>
        <p:spPr>
          <a:xfrm>
            <a:off x="102373" y="6252327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     QUIT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7F0C9C-528B-8DD0-F24A-45288F8403B1}"/>
              </a:ext>
            </a:extLst>
          </p:cNvPr>
          <p:cNvSpPr/>
          <p:nvPr/>
        </p:nvSpPr>
        <p:spPr>
          <a:xfrm>
            <a:off x="10750448" y="6252326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4:20pm</a:t>
            </a:r>
            <a:br>
              <a:rPr lang="en-GB" dirty="0">
                <a:latin typeface="Bahnschrift" panose="020B0502040204020203" pitchFamily="34" charset="0"/>
              </a:rPr>
            </a:br>
            <a:r>
              <a:rPr lang="en-GB" sz="1200" dirty="0">
                <a:latin typeface="Bahnschrift" panose="020B0502040204020203" pitchFamily="34" charset="0"/>
              </a:rPr>
              <a:t>6/7/26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B6A2FE-293F-EF2A-B697-04A2CE935E82}"/>
              </a:ext>
            </a:extLst>
          </p:cNvPr>
          <p:cNvSpPr/>
          <p:nvPr/>
        </p:nvSpPr>
        <p:spPr>
          <a:xfrm>
            <a:off x="266372" y="6336366"/>
            <a:ext cx="310896" cy="301752"/>
          </a:xfrm>
          <a:prstGeom prst="triangl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2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1A23"/>
            </a:gs>
            <a:gs pos="78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FD393-09B0-0780-12D2-A162A2AB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884ABF-1FEA-7C0E-5582-6AB30455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7EEE2F-8B69-4F8B-A779-9EB5C86F0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632" y="-936967"/>
            <a:ext cx="7980844" cy="44892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BE17349-6AE4-A8C5-1C07-33DFD946516D}"/>
              </a:ext>
            </a:extLst>
          </p:cNvPr>
          <p:cNvGrpSpPr/>
          <p:nvPr/>
        </p:nvGrpSpPr>
        <p:grpSpPr>
          <a:xfrm>
            <a:off x="215494" y="346935"/>
            <a:ext cx="3182077" cy="3678311"/>
            <a:chOff x="102373" y="507190"/>
            <a:chExt cx="3461706" cy="400154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D8E4F27-FE77-435E-AEDF-C7CC6C220A0F}"/>
                </a:ext>
              </a:extLst>
            </p:cNvPr>
            <p:cNvGrpSpPr/>
            <p:nvPr/>
          </p:nvGrpSpPr>
          <p:grpSpPr>
            <a:xfrm>
              <a:off x="102373" y="507190"/>
              <a:ext cx="1312969" cy="1175755"/>
              <a:chOff x="102373" y="507190"/>
              <a:chExt cx="1312969" cy="117575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2F8C8CD-4BB4-5F7F-0FE1-E388B076EFC0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Campaign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3AFB906-051C-C1C5-DBEA-6089CC3AFA2C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12D464A-DE11-C56A-B854-B0F49A3A81BD}"/>
                </a:ext>
              </a:extLst>
            </p:cNvPr>
            <p:cNvGrpSpPr/>
            <p:nvPr/>
          </p:nvGrpSpPr>
          <p:grpSpPr>
            <a:xfrm>
              <a:off x="1517715" y="507190"/>
              <a:ext cx="2046364" cy="1175755"/>
              <a:chOff x="-200607" y="507190"/>
              <a:chExt cx="2046364" cy="117575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3A742A-833D-25E6-AD05-BD8EEA720CB4}"/>
                  </a:ext>
                </a:extLst>
              </p:cNvPr>
              <p:cNvSpPr/>
              <p:nvPr/>
            </p:nvSpPr>
            <p:spPr>
              <a:xfrm>
                <a:off x="-200607" y="1214200"/>
                <a:ext cx="2046364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Infinite Scroller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AB11A6-2082-03D0-182B-2C544AA9C3A3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118E94E-591F-44EE-3D21-227610899628}"/>
                </a:ext>
              </a:extLst>
            </p:cNvPr>
            <p:cNvGrpSpPr/>
            <p:nvPr/>
          </p:nvGrpSpPr>
          <p:grpSpPr>
            <a:xfrm>
              <a:off x="128583" y="1921210"/>
              <a:ext cx="1312969" cy="1175755"/>
              <a:chOff x="102373" y="507190"/>
              <a:chExt cx="1312969" cy="117575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4172705-58F2-1329-97A4-04609174833F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Settings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CDBC863-2398-5398-A754-F82066200851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69815DA-F0C7-5D1C-DF79-5C7EB849E12A}"/>
                </a:ext>
              </a:extLst>
            </p:cNvPr>
            <p:cNvGrpSpPr/>
            <p:nvPr/>
          </p:nvGrpSpPr>
          <p:grpSpPr>
            <a:xfrm>
              <a:off x="1846905" y="1921210"/>
              <a:ext cx="1312969" cy="1175755"/>
              <a:chOff x="102373" y="507190"/>
              <a:chExt cx="1312969" cy="117575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84ADB07-A727-1A1A-6281-4ACB27612C70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Controls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05BB15D-246A-8855-C0E8-2226B06B9868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7F72616-E656-B450-7BD0-FEE853847FCE}"/>
                </a:ext>
              </a:extLst>
            </p:cNvPr>
            <p:cNvGrpSpPr/>
            <p:nvPr/>
          </p:nvGrpSpPr>
          <p:grpSpPr>
            <a:xfrm>
              <a:off x="128583" y="3332982"/>
              <a:ext cx="1312969" cy="1175755"/>
              <a:chOff x="102373" y="507190"/>
              <a:chExt cx="1312969" cy="117575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DF2CBD3-35CA-FCF3-9E53-BDC75626807B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Credits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8A2FEE7-AB87-3095-8ACE-D15EC31448B0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3F85896-0EF2-6BCF-BD3D-8F3F687436FB}"/>
              </a:ext>
            </a:extLst>
          </p:cNvPr>
          <p:cNvSpPr/>
          <p:nvPr/>
        </p:nvSpPr>
        <p:spPr>
          <a:xfrm>
            <a:off x="1" y="6165130"/>
            <a:ext cx="12192000" cy="6928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27F82D-85B3-1F54-D754-424133DE7C31}"/>
              </a:ext>
            </a:extLst>
          </p:cNvPr>
          <p:cNvSpPr/>
          <p:nvPr/>
        </p:nvSpPr>
        <p:spPr>
          <a:xfrm>
            <a:off x="102373" y="6252327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     QUIT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A3F785-AABC-2919-F1A3-3BA493BBF787}"/>
              </a:ext>
            </a:extLst>
          </p:cNvPr>
          <p:cNvSpPr/>
          <p:nvPr/>
        </p:nvSpPr>
        <p:spPr>
          <a:xfrm>
            <a:off x="10750448" y="6252326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4:20pm</a:t>
            </a:r>
            <a:br>
              <a:rPr lang="en-GB" dirty="0">
                <a:latin typeface="Bahnschrift" panose="020B0502040204020203" pitchFamily="34" charset="0"/>
              </a:rPr>
            </a:br>
            <a:r>
              <a:rPr lang="en-GB" sz="1200" dirty="0">
                <a:latin typeface="Bahnschrift" panose="020B0502040204020203" pitchFamily="34" charset="0"/>
              </a:rPr>
              <a:t>6/7/26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2FD74E40-7CDB-D633-503C-7F8315BCC9F8}"/>
              </a:ext>
            </a:extLst>
          </p:cNvPr>
          <p:cNvSpPr/>
          <p:nvPr/>
        </p:nvSpPr>
        <p:spPr>
          <a:xfrm>
            <a:off x="266372" y="6336366"/>
            <a:ext cx="310896" cy="301752"/>
          </a:xfrm>
          <a:prstGeom prst="triangl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8A97A-C077-DC7C-104C-B0DE8437ECE7}"/>
              </a:ext>
            </a:extLst>
          </p:cNvPr>
          <p:cNvSpPr/>
          <p:nvPr/>
        </p:nvSpPr>
        <p:spPr>
          <a:xfrm>
            <a:off x="4157956" y="1168226"/>
            <a:ext cx="3876088" cy="382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1CC154-60D4-CCA8-9397-CF9905C4B28C}"/>
              </a:ext>
            </a:extLst>
          </p:cNvPr>
          <p:cNvSpPr/>
          <p:nvPr/>
        </p:nvSpPr>
        <p:spPr>
          <a:xfrm>
            <a:off x="4157954" y="1168226"/>
            <a:ext cx="3876089" cy="47850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latin typeface="Bahnschrift" panose="020B0502040204020203" pitchFamily="34" charset="0"/>
              </a:rPr>
              <a:t> Settings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0BF196-F534-CF4B-42A7-59B29AD04674}"/>
              </a:ext>
            </a:extLst>
          </p:cNvPr>
          <p:cNvSpPr/>
          <p:nvPr/>
        </p:nvSpPr>
        <p:spPr>
          <a:xfrm>
            <a:off x="7567418" y="1251938"/>
            <a:ext cx="311084" cy="311084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39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1A23"/>
            </a:gs>
            <a:gs pos="78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4EB2C-54B1-9C78-36A4-A50485BC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7ACA1C-0A45-79B5-C5CE-6A8AA6FD3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1769A-16A4-D8D3-2671-005399C8E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632" y="-936967"/>
            <a:ext cx="7980844" cy="44892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5799818B-F820-7E25-F54D-5740595BFF21}"/>
              </a:ext>
            </a:extLst>
          </p:cNvPr>
          <p:cNvGrpSpPr/>
          <p:nvPr/>
        </p:nvGrpSpPr>
        <p:grpSpPr>
          <a:xfrm>
            <a:off x="215494" y="346935"/>
            <a:ext cx="3182077" cy="3678311"/>
            <a:chOff x="102373" y="507190"/>
            <a:chExt cx="3461706" cy="400154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5563EB-71CC-A2BA-10B2-E9F2C248F742}"/>
                </a:ext>
              </a:extLst>
            </p:cNvPr>
            <p:cNvGrpSpPr/>
            <p:nvPr/>
          </p:nvGrpSpPr>
          <p:grpSpPr>
            <a:xfrm>
              <a:off x="102373" y="507190"/>
              <a:ext cx="1312969" cy="1175755"/>
              <a:chOff x="102373" y="507190"/>
              <a:chExt cx="1312969" cy="117575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008D8B4-FBD1-C5F5-31E3-B31A84CB71A0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Campaign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E69224F-C07A-ADB4-B178-DA12ED57D6D3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1DE1281-D992-D5C3-3A92-FC6C14A72145}"/>
                </a:ext>
              </a:extLst>
            </p:cNvPr>
            <p:cNvGrpSpPr/>
            <p:nvPr/>
          </p:nvGrpSpPr>
          <p:grpSpPr>
            <a:xfrm>
              <a:off x="1517715" y="507190"/>
              <a:ext cx="2046364" cy="1175755"/>
              <a:chOff x="-200607" y="507190"/>
              <a:chExt cx="2046364" cy="117575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799B2B4-A926-6F84-A38F-FD123BAE6C60}"/>
                  </a:ext>
                </a:extLst>
              </p:cNvPr>
              <p:cNvSpPr/>
              <p:nvPr/>
            </p:nvSpPr>
            <p:spPr>
              <a:xfrm>
                <a:off x="-200607" y="1214200"/>
                <a:ext cx="2046364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Infinite Scroller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D84227D-D169-B080-B859-55FB038D683D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E631E5-C149-3872-F8A8-CA1D769BCEB9}"/>
                </a:ext>
              </a:extLst>
            </p:cNvPr>
            <p:cNvGrpSpPr/>
            <p:nvPr/>
          </p:nvGrpSpPr>
          <p:grpSpPr>
            <a:xfrm>
              <a:off x="128583" y="1921210"/>
              <a:ext cx="1312969" cy="1175755"/>
              <a:chOff x="102373" y="507190"/>
              <a:chExt cx="1312969" cy="117575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D578A4F-0594-855C-7742-0B1B69E4EB7A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Settings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6B1D20A-71B6-7B0F-1231-8E4B0DC7F32E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71B7E55-D7C2-497C-54D6-FBAA8A164E2A}"/>
                </a:ext>
              </a:extLst>
            </p:cNvPr>
            <p:cNvGrpSpPr/>
            <p:nvPr/>
          </p:nvGrpSpPr>
          <p:grpSpPr>
            <a:xfrm>
              <a:off x="1846905" y="1921210"/>
              <a:ext cx="1312969" cy="1175755"/>
              <a:chOff x="102373" y="507190"/>
              <a:chExt cx="1312969" cy="117575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0C45DDF-121D-B72C-5A94-FD13D3AF73D4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Controls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02F4C72-DE19-136E-D27D-274A0F6E8950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2A8B43A-85EE-9124-F7C4-06443F1AD18E}"/>
                </a:ext>
              </a:extLst>
            </p:cNvPr>
            <p:cNvGrpSpPr/>
            <p:nvPr/>
          </p:nvGrpSpPr>
          <p:grpSpPr>
            <a:xfrm>
              <a:off x="128583" y="3332982"/>
              <a:ext cx="1312969" cy="1175755"/>
              <a:chOff x="102373" y="507190"/>
              <a:chExt cx="1312969" cy="117575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FB109BB-F23E-4F87-008F-66E980E68509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Credits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80DFE5B-6918-15C1-12CA-68F09FF69A2C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899C9A5-9638-B1E3-0DD8-E696F3D16D59}"/>
              </a:ext>
            </a:extLst>
          </p:cNvPr>
          <p:cNvSpPr/>
          <p:nvPr/>
        </p:nvSpPr>
        <p:spPr>
          <a:xfrm>
            <a:off x="1" y="6165130"/>
            <a:ext cx="12192000" cy="6928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A43A43-EB96-1E69-119A-5AF019F18E54}"/>
              </a:ext>
            </a:extLst>
          </p:cNvPr>
          <p:cNvSpPr/>
          <p:nvPr/>
        </p:nvSpPr>
        <p:spPr>
          <a:xfrm>
            <a:off x="102373" y="6252327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     QUIT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6330EB-AEEA-AEFB-ED35-60EE42C55340}"/>
              </a:ext>
            </a:extLst>
          </p:cNvPr>
          <p:cNvSpPr/>
          <p:nvPr/>
        </p:nvSpPr>
        <p:spPr>
          <a:xfrm>
            <a:off x="10750448" y="6252326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4:20pm</a:t>
            </a:r>
            <a:br>
              <a:rPr lang="en-GB" dirty="0">
                <a:latin typeface="Bahnschrift" panose="020B0502040204020203" pitchFamily="34" charset="0"/>
              </a:rPr>
            </a:br>
            <a:r>
              <a:rPr lang="en-GB" sz="1200" dirty="0">
                <a:latin typeface="Bahnschrift" panose="020B0502040204020203" pitchFamily="34" charset="0"/>
              </a:rPr>
              <a:t>6/7/26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2CA5725D-684F-50EB-5A07-670EA65B4545}"/>
              </a:ext>
            </a:extLst>
          </p:cNvPr>
          <p:cNvSpPr/>
          <p:nvPr/>
        </p:nvSpPr>
        <p:spPr>
          <a:xfrm>
            <a:off x="266372" y="6336366"/>
            <a:ext cx="310896" cy="301752"/>
          </a:xfrm>
          <a:prstGeom prst="triangl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900E91-07DC-180B-D04B-A142A680AD71}"/>
              </a:ext>
            </a:extLst>
          </p:cNvPr>
          <p:cNvSpPr/>
          <p:nvPr/>
        </p:nvSpPr>
        <p:spPr>
          <a:xfrm>
            <a:off x="4155561" y="432935"/>
            <a:ext cx="3876088" cy="54698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  <a:latin typeface="Bahnschrift" panose="020B0502040204020203" pitchFamily="34" charset="0"/>
              </a:rPr>
              <a:t>Created by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Oddform Unlimited</a:t>
            </a:r>
          </a:p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  <a:latin typeface="Bahnschrift" panose="020B0502040204020203" pitchFamily="34" charset="0"/>
              </a:rPr>
              <a:t>Visuals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Evan Montgomery</a:t>
            </a:r>
          </a:p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  <a:latin typeface="Bahnschrift" panose="020B0502040204020203" pitchFamily="34" charset="0"/>
              </a:rPr>
              <a:t>Lead Programmer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Andrew Forrest</a:t>
            </a:r>
          </a:p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  <a:latin typeface="Bahnschrift" panose="020B0502040204020203" pitchFamily="34" charset="0"/>
              </a:rPr>
              <a:t>Level Design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Lyall McClue</a:t>
            </a:r>
          </a:p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  <a:latin typeface="Bahnschrift" panose="020B0502040204020203" pitchFamily="34" charset="0"/>
              </a:rPr>
              <a:t>Made with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Unity 6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Blender</a:t>
            </a:r>
          </a:p>
          <a:p>
            <a:pPr algn="ctr"/>
            <a:endParaRPr lang="en-GB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sz="1400" b="1" dirty="0">
                <a:solidFill>
                  <a:schemeClr val="tx1"/>
                </a:solidFill>
                <a:latin typeface="Bahnschrift" panose="020B0502040204020203" pitchFamily="34" charset="0"/>
              </a:rPr>
              <a:t>Beta Testers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Person 1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Person 2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latin typeface="Bahnschrift" panose="020B0502040204020203" pitchFamily="34" charset="0"/>
              </a:rPr>
              <a:t>Person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733D4E-7D9E-9EA6-67C7-E7B6021FB55F}"/>
              </a:ext>
            </a:extLst>
          </p:cNvPr>
          <p:cNvSpPr/>
          <p:nvPr/>
        </p:nvSpPr>
        <p:spPr>
          <a:xfrm>
            <a:off x="4155559" y="432935"/>
            <a:ext cx="3876089" cy="47850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latin typeface="Bahnschrift" panose="020B0502040204020203" pitchFamily="34" charset="0"/>
              </a:rPr>
              <a:t> Credits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F8131A-C768-1226-1BD0-D6CEEDB695AC}"/>
              </a:ext>
            </a:extLst>
          </p:cNvPr>
          <p:cNvSpPr/>
          <p:nvPr/>
        </p:nvSpPr>
        <p:spPr>
          <a:xfrm>
            <a:off x="7565023" y="516647"/>
            <a:ext cx="311084" cy="311084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4DC535-C092-E771-CE5D-2302BC2DFF25}"/>
              </a:ext>
            </a:extLst>
          </p:cNvPr>
          <p:cNvSpPr/>
          <p:nvPr/>
        </p:nvSpPr>
        <p:spPr>
          <a:xfrm>
            <a:off x="7659303" y="1081346"/>
            <a:ext cx="263961" cy="46953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5728FF-9EE2-3EFC-5A7B-ACA846FE22DE}"/>
              </a:ext>
            </a:extLst>
          </p:cNvPr>
          <p:cNvSpPr/>
          <p:nvPr/>
        </p:nvSpPr>
        <p:spPr>
          <a:xfrm>
            <a:off x="7659302" y="1081346"/>
            <a:ext cx="263961" cy="2630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993B01C-6279-3426-547C-AAD75004C29A}"/>
              </a:ext>
            </a:extLst>
          </p:cNvPr>
          <p:cNvSpPr/>
          <p:nvPr/>
        </p:nvSpPr>
        <p:spPr>
          <a:xfrm>
            <a:off x="7695375" y="1140619"/>
            <a:ext cx="191813" cy="13573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8C0AF6-12C0-BA06-001A-03C5C3175F70}"/>
              </a:ext>
            </a:extLst>
          </p:cNvPr>
          <p:cNvSpPr/>
          <p:nvPr/>
        </p:nvSpPr>
        <p:spPr>
          <a:xfrm rot="10800000">
            <a:off x="7659304" y="5522377"/>
            <a:ext cx="263961" cy="2630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CEB5E1D4-1500-4293-0061-A3F31A846B14}"/>
              </a:ext>
            </a:extLst>
          </p:cNvPr>
          <p:cNvSpPr/>
          <p:nvPr/>
        </p:nvSpPr>
        <p:spPr>
          <a:xfrm rot="10800000">
            <a:off x="7695377" y="5581650"/>
            <a:ext cx="191813" cy="13573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F691B1-7D75-61F1-7830-A326F3FA93C2}"/>
              </a:ext>
            </a:extLst>
          </p:cNvPr>
          <p:cNvSpPr/>
          <p:nvPr/>
        </p:nvSpPr>
        <p:spPr>
          <a:xfrm>
            <a:off x="7659302" y="1554680"/>
            <a:ext cx="263961" cy="13172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22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1A23"/>
            </a:gs>
            <a:gs pos="78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E356E-9521-9BB1-6488-5EBFBA451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F24E4A-2861-B264-66DD-5BAB9F88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E05D53-3546-8767-7B47-5F89F8D8E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632" y="-936967"/>
            <a:ext cx="7980844" cy="44892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D7EF8B1A-EED4-76FD-94F9-EF729697F61E}"/>
              </a:ext>
            </a:extLst>
          </p:cNvPr>
          <p:cNvGrpSpPr/>
          <p:nvPr/>
        </p:nvGrpSpPr>
        <p:grpSpPr>
          <a:xfrm>
            <a:off x="215494" y="346935"/>
            <a:ext cx="3182077" cy="3678311"/>
            <a:chOff x="102373" y="507190"/>
            <a:chExt cx="3461706" cy="400154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31C4CEC-9149-E44F-334B-A9FE7BD9B1AE}"/>
                </a:ext>
              </a:extLst>
            </p:cNvPr>
            <p:cNvGrpSpPr/>
            <p:nvPr/>
          </p:nvGrpSpPr>
          <p:grpSpPr>
            <a:xfrm>
              <a:off x="102373" y="507190"/>
              <a:ext cx="1312969" cy="1175755"/>
              <a:chOff x="102373" y="507190"/>
              <a:chExt cx="1312969" cy="117575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27805E8-BF1E-BD56-422E-FACFD78066AA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Campaign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51A44AD-4E19-8495-905C-CB974BEFCA94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E1EC1F-F882-DC24-0346-88B43F6C06E4}"/>
                </a:ext>
              </a:extLst>
            </p:cNvPr>
            <p:cNvGrpSpPr/>
            <p:nvPr/>
          </p:nvGrpSpPr>
          <p:grpSpPr>
            <a:xfrm>
              <a:off x="1517715" y="507190"/>
              <a:ext cx="2046364" cy="1175755"/>
              <a:chOff x="-200607" y="507190"/>
              <a:chExt cx="2046364" cy="117575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53B7B4B-EC93-7C5C-174B-3D4FA3A892A6}"/>
                  </a:ext>
                </a:extLst>
              </p:cNvPr>
              <p:cNvSpPr/>
              <p:nvPr/>
            </p:nvSpPr>
            <p:spPr>
              <a:xfrm>
                <a:off x="-200607" y="1214200"/>
                <a:ext cx="2046364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Infinite Scroller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C484154-9C10-77DD-C056-CFFF440F7D2A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81A45F0-58F0-E9CB-95E5-AF0134E4FE7E}"/>
                </a:ext>
              </a:extLst>
            </p:cNvPr>
            <p:cNvGrpSpPr/>
            <p:nvPr/>
          </p:nvGrpSpPr>
          <p:grpSpPr>
            <a:xfrm>
              <a:off x="128583" y="1921210"/>
              <a:ext cx="1312969" cy="1175755"/>
              <a:chOff x="102373" y="507190"/>
              <a:chExt cx="1312969" cy="117575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EF4E73-DCDC-C221-C5E0-B5EE75DDC734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Settings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FF1A5E7-7857-DFE0-0C2D-702A62D78173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9D801CA-FCC6-95F4-2387-7B636F2C82FC}"/>
                </a:ext>
              </a:extLst>
            </p:cNvPr>
            <p:cNvGrpSpPr/>
            <p:nvPr/>
          </p:nvGrpSpPr>
          <p:grpSpPr>
            <a:xfrm>
              <a:off x="1846905" y="1921210"/>
              <a:ext cx="1312969" cy="1175755"/>
              <a:chOff x="102373" y="507190"/>
              <a:chExt cx="1312969" cy="117575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8482722-44B3-4849-8073-F44BD116FA77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Controls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4E46F7B-16F8-3534-8BAE-7F7DA629E2EA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115AF23-8B50-5593-F117-54BBA6A0B766}"/>
                </a:ext>
              </a:extLst>
            </p:cNvPr>
            <p:cNvGrpSpPr/>
            <p:nvPr/>
          </p:nvGrpSpPr>
          <p:grpSpPr>
            <a:xfrm>
              <a:off x="128583" y="3332982"/>
              <a:ext cx="1312969" cy="1175755"/>
              <a:chOff x="102373" y="507190"/>
              <a:chExt cx="1312969" cy="117575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3FE418-5E9A-C5B5-FB9D-1D6C860A70E8}"/>
                  </a:ext>
                </a:extLst>
              </p:cNvPr>
              <p:cNvSpPr/>
              <p:nvPr/>
            </p:nvSpPr>
            <p:spPr>
              <a:xfrm>
                <a:off x="102373" y="1214200"/>
                <a:ext cx="1312969" cy="4687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effectLst>
                      <a:outerShdw blurRad="50800" dist="76200" dir="2700000" algn="tl" rotWithShape="0">
                        <a:prstClr val="black">
                          <a:alpha val="60000"/>
                        </a:prstClr>
                      </a:outerShdw>
                    </a:effectLst>
                    <a:latin typeface="Bahnschrift" panose="020B0502040204020203" pitchFamily="34" charset="0"/>
                  </a:rPr>
                  <a:t>Credits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4090E2B-C4B0-FFA0-B885-66E298CFE827}"/>
                  </a:ext>
                </a:extLst>
              </p:cNvPr>
              <p:cNvSpPr/>
              <p:nvPr/>
            </p:nvSpPr>
            <p:spPr>
              <a:xfrm>
                <a:off x="405353" y="507190"/>
                <a:ext cx="707010" cy="70701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9D2E920-6618-281D-3017-7B8F4D6839F0}"/>
              </a:ext>
            </a:extLst>
          </p:cNvPr>
          <p:cNvSpPr/>
          <p:nvPr/>
        </p:nvSpPr>
        <p:spPr>
          <a:xfrm>
            <a:off x="1" y="6165130"/>
            <a:ext cx="12192000" cy="69287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B732A2-F50E-1DC6-F787-4A118C908452}"/>
              </a:ext>
            </a:extLst>
          </p:cNvPr>
          <p:cNvSpPr/>
          <p:nvPr/>
        </p:nvSpPr>
        <p:spPr>
          <a:xfrm>
            <a:off x="102373" y="6252327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     QUIT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61B63E-1E2A-3B3D-A8E9-AA4FB4E847EC}"/>
              </a:ext>
            </a:extLst>
          </p:cNvPr>
          <p:cNvSpPr/>
          <p:nvPr/>
        </p:nvSpPr>
        <p:spPr>
          <a:xfrm>
            <a:off x="10750448" y="6252326"/>
            <a:ext cx="1339179" cy="518475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Bahnschrift" panose="020B0502040204020203" pitchFamily="34" charset="0"/>
              </a:rPr>
              <a:t>4:20pm</a:t>
            </a:r>
            <a:br>
              <a:rPr lang="en-GB" dirty="0">
                <a:latin typeface="Bahnschrift" panose="020B0502040204020203" pitchFamily="34" charset="0"/>
              </a:rPr>
            </a:br>
            <a:r>
              <a:rPr lang="en-GB" sz="1200" dirty="0">
                <a:latin typeface="Bahnschrift" panose="020B0502040204020203" pitchFamily="34" charset="0"/>
              </a:rPr>
              <a:t>6/7/26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F238C881-CFBA-D6DD-51DC-1CFF96E0ACD1}"/>
              </a:ext>
            </a:extLst>
          </p:cNvPr>
          <p:cNvSpPr/>
          <p:nvPr/>
        </p:nvSpPr>
        <p:spPr>
          <a:xfrm>
            <a:off x="266372" y="6336366"/>
            <a:ext cx="310896" cy="301752"/>
          </a:xfrm>
          <a:prstGeom prst="triangl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57360F-6E45-C730-CC2B-0B0FEE1A92C3}"/>
              </a:ext>
            </a:extLst>
          </p:cNvPr>
          <p:cNvSpPr/>
          <p:nvPr/>
        </p:nvSpPr>
        <p:spPr>
          <a:xfrm>
            <a:off x="2472965" y="1168226"/>
            <a:ext cx="7246070" cy="382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470AB-4687-8440-9ED4-15CD720E8203}"/>
              </a:ext>
            </a:extLst>
          </p:cNvPr>
          <p:cNvSpPr/>
          <p:nvPr/>
        </p:nvSpPr>
        <p:spPr>
          <a:xfrm>
            <a:off x="2472963" y="1168226"/>
            <a:ext cx="7246072" cy="478508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latin typeface="Bahnschrift" panose="020B0502040204020203" pitchFamily="34" charset="0"/>
              </a:rPr>
              <a:t> Controls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4388F6-CB12-5940-6877-CC470F21CFA7}"/>
              </a:ext>
            </a:extLst>
          </p:cNvPr>
          <p:cNvSpPr/>
          <p:nvPr/>
        </p:nvSpPr>
        <p:spPr>
          <a:xfrm>
            <a:off x="9252410" y="1251938"/>
            <a:ext cx="311084" cy="311084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70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80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Montgomery</dc:creator>
  <cp:lastModifiedBy>Evan Montgomery</cp:lastModifiedBy>
  <cp:revision>3</cp:revision>
  <dcterms:created xsi:type="dcterms:W3CDTF">2026-10-28T11:16:56Z</dcterms:created>
  <dcterms:modified xsi:type="dcterms:W3CDTF">2026-10-28T11:56:17Z</dcterms:modified>
</cp:coreProperties>
</file>